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E06D-674E-BDCA-91D4-128172FCE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FF67B-0845-BC23-F973-598414A06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0F291-FA9E-4C2A-DCF6-FCAC1B5E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7E1EF-3C31-68C3-0B3B-A10A110A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3189A-25ED-452D-75E9-ABD3755E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2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8399-B5E0-D27D-A794-B37E28F6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7E6D2-4359-7569-DE27-F7B6F36F4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54A83-C337-FF68-3A0A-E037048DC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0317D-5E4F-11A6-B508-0EDC23E8F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2A299-F547-BBFD-D38D-EB727B74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4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BDF-246D-2195-4728-8056FCB97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D85FE-1D9F-5A7F-AEDE-D1C68A3CC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4BF04-F31B-67D5-6025-0FA448109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5A043-49B0-C5CD-ACE2-28245C4C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DF5F3-FE3F-0A0E-E626-5ED18E49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6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CA5B-D183-BD3B-F0A7-A8976482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B8A63-F074-9C14-7F87-F594C112E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30DDF-4852-1030-D44C-39C0489E7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A87F7-9EEE-83E2-A180-BC3A755C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34504-ECD9-8D33-782E-1B20B671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2874C-B8D0-73C3-A9BA-C7054B03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6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C2E3-31F4-8959-57B3-C9171E482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AA6B0-EC72-9685-1BBB-2756D2FF5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BF5D6-5D5A-07C8-BD12-67838DFBD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FDC3B-0DF0-A0A3-9537-B4D0A0FBF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A7F87-178C-7AD7-A11E-DD38789CB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F469F-0199-33F7-2DA9-F76EB25E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01C14-F738-27B1-936C-63FE90C7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F98D6-E7B9-3014-5852-129DD11B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4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D660-C538-9A1F-533F-870B98C6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7EC83-9AD4-0E6C-D3D1-EFBB06FF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2A741-B686-A1F5-01DF-52BCD3D7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E4055-2E4A-81D6-F502-4658AF48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7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62B34-EE4D-8B1E-0D36-1276FAE2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63419-E5EF-0C57-CBF7-4477A64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DBD41-8E27-79DA-5D5E-1C414DC4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26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4E68-5F04-4CE6-F23A-AD775D39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9B9E-8348-0B6D-0CE3-5988CA393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17CA1-EDBC-6BF2-E5BD-8FB7A3144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578B3-71AD-302C-F19C-C42CF902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0F7CD-46FF-2AA7-FAD1-B930CA18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C4A1D-FEDB-0C60-312C-14AD25CA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1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E2FA-E241-8ACA-317D-D9364ACC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00D6F8-DD95-00E7-F08D-021E4A561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B27C1-1221-0D76-173B-9461BB7C9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3A7D3-EEFB-A0B9-FCB4-1E2A9039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3B857-EFAE-2D8B-852B-0E4BEE92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B5CB7-E10F-B986-2406-B00818A4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81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F530-1C47-3BD9-212F-C3AD306F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47DD8-8AFA-6451-6E81-EE35A5718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B6C3B-4F28-4654-868E-CDB1B9B2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3CA3-DFFE-29D6-6AEB-13E81349C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FCBC-F7C5-44BD-6158-D07FFCEE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7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AB4E6-896F-019F-E068-8A4DC31BB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B8C10-69C3-C07F-72D7-8FF09BE7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2666F-DDCE-E15D-695F-5FFBC521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9E759-9E7B-5FD5-A17F-A075BAE7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CD89B-E0C3-0CBD-60B0-82BADB1D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47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436E3-26CA-3FD6-2DFE-814F727A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CFE8F-6F0B-03D1-A87C-0C064EA0D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BA602-5DC7-C701-67EB-408387AD4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DC2EE-0C66-482C-95D3-8A92232B466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9E9B1-7A6B-FE2B-716B-97D381D03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8C2C4-67ED-A2D7-23C2-4F3381D38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753AA-108C-4B02-B53C-AC1C1B1D2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7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16C3-C1AA-89D1-1C4B-0A4448BA7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Digital Downconverter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2ED2F-4B86-05BE-4447-0A8B9A501B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Rodney Staggers Jr</a:t>
            </a:r>
          </a:p>
          <a:p>
            <a:r>
              <a:rPr lang="en-US" dirty="0"/>
              <a:t>Ph.D. Student</a:t>
            </a:r>
          </a:p>
          <a:p>
            <a:r>
              <a:rPr lang="en-US" dirty="0"/>
              <a:t>Arizona State University</a:t>
            </a:r>
          </a:p>
        </p:txBody>
      </p:sp>
      <p:pic>
        <p:nvPicPr>
          <p:cNvPr id="1028" name="Picture 4" descr="ASU Logo and symbol, meaning, history, PNG, brand">
            <a:extLst>
              <a:ext uri="{FF2B5EF4-FFF2-40B4-BE49-F238E27FC236}">
                <a16:creationId xmlns:a16="http://schemas.microsoft.com/office/drawing/2014/main" id="{94911692-1729-9CF3-6AF7-AFCBD1401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56216"/>
            <a:ext cx="4807131" cy="120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07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0411-0090-892F-4EAA-98762B13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AA22-AC37-EF73-FC84-A0D188C6E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assignment explored how radio signals are processed, using a local oscillator mixer, low-pass filter, and </a:t>
            </a:r>
            <a:r>
              <a:rPr lang="en-US" dirty="0" err="1"/>
              <a:t>downsampling</a:t>
            </a:r>
            <a:r>
              <a:rPr lang="en-US" dirty="0"/>
              <a:t>, to isolate desired frequencies.</a:t>
            </a:r>
          </a:p>
        </p:txBody>
      </p:sp>
    </p:spTree>
    <p:extLst>
      <p:ext uri="{BB962C8B-B14F-4D97-AF65-F5344CB8AC3E}">
        <p14:creationId xmlns:p14="http://schemas.microsoft.com/office/powerpoint/2010/main" val="357921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2BF3-1FDC-183E-8E84-04FDC66E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Digital Downconverter System Block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20B4B-74E8-B9F2-0B8B-F8024F3DE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625" y="1690688"/>
            <a:ext cx="9296750" cy="477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1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58D9-EBD8-CD11-5BF2-8F642DBB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Incoming Frequencies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1D77783-8057-ED9E-D2CB-5D7B4E4470A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We chose a sample rate of 500MHz, and had data come in at 10,37, &amp; 85MHz.</a:t>
                </a:r>
              </a:p>
              <a:p>
                <a:pPr lvl="1"/>
                <a:r>
                  <a:rPr lang="en-US" dirty="0"/>
                  <a:t>Thus satisfying the Nyquist requirement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being at least twice the bandwidth.</a:t>
                </a:r>
              </a:p>
              <a:p>
                <a:r>
                  <a:rPr lang="en-US" dirty="0"/>
                  <a:t>To simulate the noisiness of real incoming signals, Additive White Gaussian Noise was added.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1D77783-8057-ED9E-D2CB-5D7B4E4470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 r="-3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3DF5A55-9522-50EA-1DBE-E5B3C692C7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07404" y="1825625"/>
            <a:ext cx="53111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E30DF-E64B-9CAE-0C5B-3CEBA2968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Stage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038B0-C8AD-C061-43B6-227E124C402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8799"/>
                <a:ext cx="4819649" cy="43481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Our Magical frequency was 10MHz. After adding the 10MHz local oscillator, which is modelled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𝐿𝑂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, frequencies are produced at 0 and 20MHz.</a:t>
                </a:r>
              </a:p>
              <a:p>
                <a:r>
                  <a:rPr lang="en-US" dirty="0"/>
                  <a:t>When Mixing, we multiply the incoming signal with the one shown above.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038B0-C8AD-C061-43B6-227E124C4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8799"/>
                <a:ext cx="4819649" cy="4348163"/>
              </a:xfrm>
              <a:blipFill>
                <a:blip r:embed="rId2"/>
                <a:stretch>
                  <a:fillRect l="-2278" t="-2384" r="-4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057F9D3-55F3-4E31-280B-FE99F6CB6F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7849" y="2249368"/>
            <a:ext cx="6446441" cy="363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2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9464-DFE0-E587-C922-77D127DA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7732-3E08-1916-68D6-4041544E2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Stage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D38AB-5C7A-ED60-9E81-E973E33C684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8799"/>
                <a:ext cx="4819649" cy="43481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incoming signal: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200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sz="1100" dirty="0"/>
                  <a:t>Where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1, 0.7, 0.5</m:t>
                        </m:r>
                      </m:e>
                    </m:d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6, 37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6, 85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𝑟𝑎𝑛𝑑</m:t>
                    </m:r>
                    <m:d>
                      <m:d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𝑠𝑖𝑧𝑒</m:t>
                        </m:r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</m:oMath>
                </a14:m>
                <a:endParaRPr lang="en-US" sz="1100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Using the trig identity: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find that for our magic frequency of 10MHz, which is modelled as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), the mixing gives the following function: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900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9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9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𝐿𝑂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9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9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𝐿𝑂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9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9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D38AB-5C7A-ED60-9E81-E973E33C6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8799"/>
                <a:ext cx="4819649" cy="4348163"/>
              </a:xfrm>
              <a:blipFill>
                <a:blip r:embed="rId2"/>
                <a:stretch>
                  <a:fillRect l="-2278" t="-3506" r="-2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5C304E5-3433-1DE5-67A2-1861DDBDDC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7849" y="2249368"/>
            <a:ext cx="6446441" cy="363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7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B1C8-13E5-62F2-1065-BD5F1CF4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Pass Filter and </a:t>
            </a:r>
            <a:r>
              <a:rPr lang="en-US" dirty="0" err="1"/>
              <a:t>Downsample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A1251-2347-18C4-B97E-A5521D54A2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going through the LO-mixer, we apply a 2MHz low-pass filter to remove everything above that. Since the baseband difference frequency for our magical frequency was 0MHz, and all other frequencies range from 10-95MHz, this will leave just one lone tone.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FD692C-CBBD-346B-4985-3AB7C2FA4C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12111" y="2488593"/>
            <a:ext cx="3901778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4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CB7C-BBD7-4EC6-7FFC-71FA8EC2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3EAE8-6314-90A0-7C6D-393F2E28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Pass Filter and </a:t>
            </a:r>
            <a:r>
              <a:rPr lang="en-US" dirty="0" err="1"/>
              <a:t>Downsample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D93C6-A7C3-AE47-8D55-F8058A5158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subsequently apply a </a:t>
            </a:r>
            <a:r>
              <a:rPr lang="en-US" dirty="0" err="1"/>
              <a:t>downsample</a:t>
            </a:r>
            <a:r>
              <a:rPr lang="en-US" dirty="0"/>
              <a:t> of 50, reduces the original bandwidth to 2MHz and the new sample rate to 10MHz.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599BA2-6B6D-066B-833C-509B3B48A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12111" y="2488593"/>
            <a:ext cx="3901778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44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A8D1-DE5D-F95A-2C56-A3DE35CC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80DFC-AFF9-0A9C-E18B-9F6FD0244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exploration process enhanced my repertoire in filtering out noisy datasets to isolate areas of interest, while also </a:t>
            </a:r>
            <a:r>
              <a:rPr lang="en-US"/>
              <a:t>saving computational costs.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65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321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The Digital Downconverter</vt:lpstr>
      <vt:lpstr>Description</vt:lpstr>
      <vt:lpstr>Digital Downconverter System Block Design</vt:lpstr>
      <vt:lpstr>Incoming Frequencies</vt:lpstr>
      <vt:lpstr>Mixing Stage</vt:lpstr>
      <vt:lpstr>Mixing Stage</vt:lpstr>
      <vt:lpstr>Low Pass Filter and Downsample</vt:lpstr>
      <vt:lpstr>Low Pass Filter and Downsample</vt:lpstr>
      <vt:lpstr>What I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Rodney Staggers</dc:creator>
  <cp:lastModifiedBy>Rodney Staggers</cp:lastModifiedBy>
  <cp:revision>1</cp:revision>
  <dcterms:created xsi:type="dcterms:W3CDTF">2025-11-26T08:58:16Z</dcterms:created>
  <dcterms:modified xsi:type="dcterms:W3CDTF">2025-11-26T19:04:48Z</dcterms:modified>
</cp:coreProperties>
</file>